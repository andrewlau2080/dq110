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365760"/>
            <a:ext cx="1828800" cy="18288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产品项目报价  PRODUCT QUOTATION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DQ110 双速直流马达驱动器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项目开发报价 · 附产品规格书与开发计划书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2.4~3.2V  ·  双档 15/30 RPM  ·  霍尔闭环 PID 稳速  ·  过流保护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报价编号: DQ110-QUO-20260827-001    报价日期: 2026-08-27    有效期: 30 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DQ110 双速直流马达驱动器 (型号 DQ110-V1.0)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用于驱动直流减速马达，实现双档位调速及过流保护，适用于电池供电的小型电动工具/设备。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节 1 号电池供电，三档船型开关 (0 档关 / 一档慢 / 二档快)，霍尔传感器反馈 + PID 闭环稳速。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7033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主控 MCU: PY32F002B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Cortex-M0+ · 24MHz · 24KB Flash / 3KB SRAM · SOP16/20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74920" y="1051560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7" name="Text 5"/>
          <p:cNvSpPr/>
          <p:nvPr/>
        </p:nvSpPr>
        <p:spPr>
          <a:xfrm>
            <a:off x="5184648" y="1216152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2.4~3.2V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84648" y="182880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工作电压 (2节1号电池)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04888" y="1051560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10" name="Text 8"/>
          <p:cNvSpPr/>
          <p:nvPr/>
        </p:nvSpPr>
        <p:spPr>
          <a:xfrm>
            <a:off x="7214616" y="1216152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 RPM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14616" y="182880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双档输出转速 (±5%)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74920" y="2670048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28346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µA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84648" y="344728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待机功耗 (Stop模式)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04888" y="2670048"/>
            <a:ext cx="182880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8346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/ 1.3A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14616" y="3447288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过流保护阈值 (可配置)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开发费用报价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6492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128016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序号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费用 (元)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硬件设计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原理图设计、PCB Layout、BOM 整理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软件设计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驱动开发、PID 算法、保护逻辑、测试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打样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片样板（含运费）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元器件采购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样品阶段元器件（MCU、MOS、运放等）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焊接与组装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片样板手工焊接与组装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调试与测试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功能测试、性能验证、过流保护标定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项目管理费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项目协调、文档整理、客户沟通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税费 (6%)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0" y="960120"/>
            <a:ext cx="1371600" cy="361188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0" y="1234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总报价 (含税)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0" y="18288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¥31,800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0" y="30175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+ 样品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周交付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付款条款与交付物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EAF3F8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2618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618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1338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首付款 50%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46120" y="11155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¥15,900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合同签订后 3 日内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688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68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3408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中期款 30%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32257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¥9,540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原理图评审通过、PCB 发板后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39776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758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75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47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尾款 20%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352958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¥6,360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9502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样品验收合格后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交付物清单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83480" y="141732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43560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1435608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功能样品 PCBA（完整功能测试）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18120" y="1435608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198424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00253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2002536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原理图 (PDF) / PCB Gerber / BOM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18120" y="200253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 1 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83480" y="2551176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2569464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256946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软件源代码（含注释）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18120" y="2569464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份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83480" y="3118104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EAF3F8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3136392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313639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测试报告 / 产品规格书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18120" y="3136392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 1 份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量产预估: PCBA 18~25 元/片 · 整机成本 25~35 元（不含马达、电池、开关）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开发计划（6 周交付）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42416" y="105156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243584" cy="196596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1152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周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需求确认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152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需求评审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方案确认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86584" y="105156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892808" y="1417320"/>
            <a:ext cx="1243584" cy="1965960"/>
          </a:xfrm>
          <a:prstGeom prst="roundRect">
            <a:avLst>
              <a:gd name="adj" fmla="val 6618"/>
            </a:avLst>
          </a:prstGeom>
          <a:solidFill>
            <a:srgbClr val="EAF3F8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527048"/>
            <a:ext cx="1152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2-3 周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528" y="187452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硬件设计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38528" y="2331720"/>
            <a:ext cx="1152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原理图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30752" y="105156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3236976" y="1417320"/>
            <a:ext cx="1243584" cy="196596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527048"/>
            <a:ext cx="1152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2-4 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82696" y="187452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软件设计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82696" y="2331720"/>
            <a:ext cx="1152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 / PID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保护逻辑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105156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81144" y="1417320"/>
            <a:ext cx="1243584" cy="1965960"/>
          </a:xfrm>
          <a:prstGeom prst="roundRect">
            <a:avLst>
              <a:gd name="adj" fmla="val 6618"/>
            </a:avLst>
          </a:prstGeom>
          <a:solidFill>
            <a:srgbClr val="EAF3F8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527048"/>
            <a:ext cx="1152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3-4 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26864" y="187452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PCBA 制造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26864" y="2331720"/>
            <a:ext cx="1152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打样 10 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采购焊接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19088" y="105156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5925312" y="1417320"/>
            <a:ext cx="1243584" cy="1965960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1527048"/>
            <a:ext cx="1152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4-5 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71032" y="187452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调试与验证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71032" y="2331720"/>
            <a:ext cx="1152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功能调试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过流标定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63256" y="105156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7269480" y="1417320"/>
            <a:ext cx="1243584" cy="1965960"/>
          </a:xfrm>
          <a:prstGeom prst="roundRect">
            <a:avLst>
              <a:gd name="adj" fmla="val 6618"/>
            </a:avLst>
          </a:prstGeom>
          <a:solidFill>
            <a:srgbClr val="EAF3F8"/>
          </a:solidFill>
          <a:ln w="12700">
            <a:solidFill>
              <a:srgbClr val="D5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527048"/>
            <a:ext cx="1152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5-6 周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187452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优化与交付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2331720"/>
            <a:ext cx="11521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修复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 5 片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项目团队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041648"/>
            <a:ext cx="1517904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" y="4096512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项目经理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协调 · 进度 · 沟通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76272" y="4041648"/>
            <a:ext cx="1517904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</p:spPr>
      </p:sp>
      <p:sp>
        <p:nvSpPr>
          <p:cNvPr id="37" name="Text 35"/>
          <p:cNvSpPr/>
          <p:nvPr/>
        </p:nvSpPr>
        <p:spPr>
          <a:xfrm>
            <a:off x="2231136" y="4096512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硬件工程师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原理图 · Layout · BOM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03904" y="4041648"/>
            <a:ext cx="1517904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</p:spPr>
      </p:sp>
      <p:sp>
        <p:nvSpPr>
          <p:cNvPr id="39" name="Text 37"/>
          <p:cNvSpPr/>
          <p:nvPr/>
        </p:nvSpPr>
        <p:spPr>
          <a:xfrm>
            <a:off x="3858768" y="4096512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软件工程师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 · PID · 保护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31536" y="4041648"/>
            <a:ext cx="1517904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0" y="4096512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测试工程师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· 性能验证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 A · 产品规格书要点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电气规格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61872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工作电压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2.4V ~ 3.2V（2 节 1 号电池）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额定电压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3.0V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待机电流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µA（Stop 模式）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马达工作电流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0.35A 额定 / ≤ 1.3A 堵转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性能参数（带载）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27248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输出转速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RPM ±5%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RPM ±5%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马达扭矩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101 mN·m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202 mN·m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过流保护阈值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保护响应时间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功能规格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0" y="13441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349240" y="1325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档位控制 — 三档船型开关（0/一档/二档）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02920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349240" y="16916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马达驱动 — H 桥 MOSFET，支持正反转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0" y="2075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349240" y="2057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调速 — 16 位定时器，频率可调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0" y="2441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34924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转速闭环 — 霍尔反馈 + PID 稳速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0" y="2807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349240" y="27889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过流保护 — 采样电阻 + 运放 + ADC 软件保护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349240" y="31546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过载保护 — 堵转检测自动关断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3538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349240" y="3520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看门狗 — 独立 IWDG 防程序跑飞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环境与可靠性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029200" y="42793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工作温度 -10°C ~ +60°C · 存储 -20°C ~ +70°C · ESD ≥ ±4kV (HBM)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 B · 开发计划书要点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验收标准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验收项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功能完整性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档位切换、调速、保护全部正常工作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转速精度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一档 15RPM ±5%，二档 30RPM ±5%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过流保护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一档 0.65A / 二档 1.3A 可靠保护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文档完整性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原理图、BOM、源代码、测试报告齐全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风险分析与应对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80160"/>
          <a:ext cx="3657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应对措施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马达参数与规格不符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提前获取马达样品实测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转速闭环效果不达标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预留 PID 调试接口、延长调试期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过流保护误触发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硬件滤波 + 软件多次平均分级保护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元器件交期延误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提前采购、备选替代型号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291840"/>
            <a:ext cx="8138160" cy="1005840"/>
          </a:xfrm>
          <a:prstGeom prst="roundRect">
            <a:avLst>
              <a:gd name="adj" fmla="val 8182"/>
            </a:avLst>
          </a:prstGeom>
          <a:solidFill>
            <a:srgbClr val="EAF3F8"/>
          </a:solidFill>
          <a:ln/>
        </p:spPr>
      </p:sp>
      <p:sp>
        <p:nvSpPr>
          <p:cNvPr id="8" name="Text 4"/>
          <p:cNvSpPr/>
          <p:nvPr/>
        </p:nvSpPr>
        <p:spPr>
          <a:xfrm>
            <a:off x="777240" y="3401568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技术: 一档 15RPM、二档 30RPM 转速稳定，过流保护可靠  |  交付: 6 周内交付 5 片功能完好的 PCBA 样品及全套设计文档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91840"/>
            <a:ext cx="3291840" cy="329184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期待与您合作，欢迎垂询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报价编号 DQ110-QUO-20260827-001 · 有效期至 2026-09-26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DQ110 双速直流马达驱动器 项目报价</dc:title>
  <dc:subject>PptxGenJS Presentation</dc:subject>
  <dc:creator>DQ110 Project</dc:creator>
  <cp:lastModifiedBy>DQ110 Project</cp:lastModifiedBy>
  <cp:revision>1</cp:revision>
  <dcterms:created xsi:type="dcterms:W3CDTF">2026-08-27T02:34:19Z</dcterms:created>
  <dcterms:modified xsi:type="dcterms:W3CDTF">2026-08-27T02:34:19Z</dcterms:modified>
</cp:coreProperties>
</file>